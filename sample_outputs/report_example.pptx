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Exemple — AI Insurance Data Analyst V2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Portefeuille de démonstration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exécutive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Exemple de rapport généré automatiquement à partir du jeu de données fourni.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Indicateurs clés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80467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/>
                <a:gridCol w="2682240"/>
                <a:gridCol w="2682240"/>
              </a:tblGrid>
              <a:tr h="2194560">
                <a:tc>
                  <a:txBody>
                    <a:bodyPr/>
                    <a:lstStyle/>
                    <a:p>
                      <a:r>
                        <a:t>Indicateur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Formule</a:t>
                      </a:r>
                    </a:p>
                  </a:txBody>
                  <a:tcPr/>
                </a:tc>
              </a:tr>
              <a:tr h="2194560">
                <a:tc>
                  <a:txBody>
                    <a:bodyPr/>
                    <a:lstStyle/>
                    <a:p>
                      <a:r>
                        <a:t>Ratio de sinistralité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176.88%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Sinistres / Primes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Primes par branche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7863840" cy="41292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Constats et recommandations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CONSTATS</a:t>
            </a:r>
          </a:p>
          <a:p>
            <a:r>
              <a:t>• Jeu de données de démonstration uniquement.</a:t>
            </a:r>
          </a:p>
          <a:p/>
          <a:p>
            <a:r>
              <a:t>RECOMMANDATIONS</a:t>
            </a:r>
          </a:p>
          <a:p>
            <a:r>
              <a:t>• Valider les définitions métier avant usage réel.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